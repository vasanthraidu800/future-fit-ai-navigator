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3232"/>
    <a:srgbClr val="9BBB59"/>
    <a:srgbClr val="39B0D4"/>
    <a:srgbClr val="727272"/>
    <a:srgbClr val="010000"/>
    <a:srgbClr val="FFA7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-946" y="-235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arani Baliga" userId="b9a9286103515989" providerId="LiveId" clId="{74F10B19-6BA9-4CDF-A9B8-C838084B8053}"/>
    <pc:docChg chg="modSld">
      <pc:chgData name="Dharani Baliga" userId="b9a9286103515989" providerId="LiveId" clId="{74F10B19-6BA9-4CDF-A9B8-C838084B8053}" dt="2025-09-16T09:37:02.580" v="1" actId="14100"/>
      <pc:docMkLst>
        <pc:docMk/>
      </pc:docMkLst>
      <pc:sldChg chg="modSp mod">
        <pc:chgData name="Dharani Baliga" userId="b9a9286103515989" providerId="LiveId" clId="{74F10B19-6BA9-4CDF-A9B8-C838084B8053}" dt="2025-09-16T09:37:02.580" v="1" actId="14100"/>
        <pc:sldMkLst>
          <pc:docMk/>
          <pc:sldMk cId="0" sldId="281"/>
        </pc:sldMkLst>
        <pc:spChg chg="mod">
          <ac:chgData name="Dharani Baliga" userId="b9a9286103515989" providerId="LiveId" clId="{74F10B19-6BA9-4CDF-A9B8-C838084B8053}" dt="2025-09-16T09:37:02.580" v="1" actId="14100"/>
          <ac:spMkLst>
            <pc:docMk/>
            <pc:sldMk cId="0" sldId="281"/>
            <ac:spMk id="10" creationId="{5DBCE864-823D-4A13-9607-5DA1F0ED5FB8}"/>
          </ac:spMkLst>
        </pc:spChg>
      </pc:sldChg>
      <pc:sldChg chg="modSp mod">
        <pc:chgData name="Dharani Baliga" userId="b9a9286103515989" providerId="LiveId" clId="{74F10B19-6BA9-4CDF-A9B8-C838084B8053}" dt="2025-09-16T09:36:49.045" v="0" actId="14100"/>
        <pc:sldMkLst>
          <pc:docMk/>
          <pc:sldMk cId="0" sldId="290"/>
        </pc:sldMkLst>
        <pc:spChg chg="mod">
          <ac:chgData name="Dharani Baliga" userId="b9a9286103515989" providerId="LiveId" clId="{74F10B19-6BA9-4CDF-A9B8-C838084B8053}" dt="2025-09-16T09:36:49.045" v="0" actId="14100"/>
          <ac:spMkLst>
            <pc:docMk/>
            <pc:sldMk cId="0" sldId="290"/>
            <ac:spMk id="11" creationId="{5DBCE864-823D-4A13-9607-5DA1F0ED5FB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9/21/2025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9/21/2025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xmlns="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xmlns="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33227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1450" y="1020859"/>
            <a:ext cx="6105979" cy="5917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25034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</a:t>
            </a:r>
            <a:r>
              <a:rPr lang="en-US" sz="2000" b="1" dirty="0"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AI-Based Internship Recommendation Engine for PM Internship Scheme.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– Smart Education.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 Software.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portal)-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A65BEE8-0847-58AF-11C3-CB91AA82F4CC}"/>
              </a:ext>
            </a:extLst>
          </p:cNvPr>
          <p:cNvSpPr txBox="1"/>
          <p:nvPr/>
        </p:nvSpPr>
        <p:spPr>
          <a:xfrm>
            <a:off x="5656779" y="6525743"/>
            <a:ext cx="67964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323232"/>
                </a:solidFill>
                <a:highlight>
                  <a:srgbClr val="FFFF00"/>
                </a:highlight>
                <a:latin typeface="Arial Black" panose="020B0A04020102020204" pitchFamily="34" charset="0"/>
                <a:cs typeface="Arial" panose="020B0604020202020204" pitchFamily="34" charset="0"/>
              </a:rPr>
              <a:t>FUTURE FIT AI POWERED INTERNSHIP NAVIGATOR</a:t>
            </a:r>
            <a:endParaRPr lang="en-IN" sz="1600" dirty="0">
              <a:solidFill>
                <a:srgbClr val="323232"/>
              </a:solidFill>
              <a:highlight>
                <a:srgbClr val="FFFF00"/>
              </a:highlight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077686" y="-12080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8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Future fit Navigator – An AI Powered </a:t>
            </a:r>
            <a:br>
              <a:rPr lang="en-US" sz="28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8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Internship Ecosystem</a:t>
            </a:r>
            <a:endParaRPr lang="en-US" sz="28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53126" y="1517248"/>
            <a:ext cx="6400074" cy="4093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 smtClean="0">
                <a:solidFill>
                  <a:srgbClr val="FF0000"/>
                </a:solidFill>
                <a:latin typeface="Arial Black" pitchFamily="34" charset="0"/>
                <a:cs typeface="Arial" pitchFamily="34" charset="0"/>
              </a:rPr>
              <a:t>Proposed Solution: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Dutch801 XBd BT" pitchFamily="18" charset="0"/>
                <a:cs typeface="Arial" pitchFamily="34" charset="0"/>
              </a:rPr>
              <a:t>• An intelligent, all in one platform design to guide students to achieve their ideal internships.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Dutch801 XBd BT" pitchFamily="18" charset="0"/>
                <a:cs typeface="Arial" pitchFamily="34" charset="0"/>
              </a:rPr>
              <a:t>• Inclusive system for rural, tribal, and remote students.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Dutch801 XBd BT" pitchFamily="18" charset="0"/>
                <a:cs typeface="Arial" pitchFamily="34" charset="0"/>
              </a:rPr>
              <a:t>• Personalized matching using skills, education, interests, career goals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 smtClean="0">
              <a:latin typeface="Dutch801 XBd BT" pitchFamily="18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 smtClean="0">
                <a:solidFill>
                  <a:srgbClr val="FF0000"/>
                </a:solidFill>
                <a:latin typeface="Arial Black" pitchFamily="34" charset="0"/>
                <a:cs typeface="Arial" pitchFamily="34" charset="0"/>
              </a:rPr>
              <a:t>Innovation &amp; Uniqueness: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Dutch801 XBd BT" pitchFamily="18" charset="0"/>
                <a:cs typeface="Arial" pitchFamily="34" charset="0"/>
              </a:rPr>
              <a:t>• First-generation learners friendly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Dutch801 XBd BT" pitchFamily="18" charset="0"/>
                <a:cs typeface="Arial" pitchFamily="34" charset="0"/>
              </a:rPr>
              <a:t>• Skill-gap analysis + AI matching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Dutch801 XBd BT" pitchFamily="18" charset="0"/>
                <a:cs typeface="Arial" pitchFamily="34" charset="0"/>
              </a:rPr>
              <a:t>• Multilingual, user-friendly interface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>
              <a:solidFill>
                <a:srgbClr val="FF0000"/>
              </a:solidFill>
              <a:latin typeface="Arial Black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153126" y="57097"/>
            <a:ext cx="3232578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dirty="0"/>
              <a:t>FUTURE FIT AI NAVIGATOR</a:t>
            </a:r>
            <a:endParaRPr lang="en-IN" b="1" i="1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199" y="6423818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2" name="Rectangle 1"/>
          <p:cNvSpPr/>
          <p:nvPr/>
        </p:nvSpPr>
        <p:spPr>
          <a:xfrm>
            <a:off x="6929120" y="1483360"/>
            <a:ext cx="480568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FF0000"/>
                </a:solidFill>
                <a:latin typeface="Arial Black" pitchFamily="34" charset="0"/>
                <a:cs typeface="Arial" pitchFamily="34" charset="0"/>
              </a:rPr>
              <a:t>How we address the problem: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Dutch801 XBd BT" pitchFamily="18" charset="0"/>
                <a:cs typeface="Arial" pitchFamily="34" charset="0"/>
              </a:rPr>
              <a:t>- Reduces Overwhelm: </a:t>
            </a:r>
            <a:r>
              <a:rPr lang="en-GB" dirty="0">
                <a:latin typeface="Dutch801 XBd BT" pitchFamily="18" charset="0"/>
                <a:cs typeface="Arial" pitchFamily="34" charset="0"/>
              </a:rPr>
              <a:t>Provides 3-5 personalized, AI-curated internship suggestions instead of hundreds of confusing listings.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>
                <a:latin typeface="Dutch801 XBd BT" pitchFamily="18" charset="0"/>
                <a:cs typeface="Arial" pitchFamily="34" charset="0"/>
              </a:rPr>
              <a:t>- Empowers Inexperienced Applicants: Features an AI Resume </a:t>
            </a:r>
            <a:r>
              <a:rPr lang="en-GB" dirty="0" err="1">
                <a:latin typeface="Dutch801 XBd BT" pitchFamily="18" charset="0"/>
                <a:cs typeface="Arial" pitchFamily="34" charset="0"/>
              </a:rPr>
              <a:t>Analyzer</a:t>
            </a:r>
            <a:r>
              <a:rPr lang="en-GB" dirty="0">
                <a:latin typeface="Dutch801 XBd BT" pitchFamily="18" charset="0"/>
                <a:cs typeface="Arial" pitchFamily="34" charset="0"/>
              </a:rPr>
              <a:t> for ATS optimization and an AI Interview Dojo for practice and confidence-building.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>
                <a:latin typeface="Dutch801 XBd BT" pitchFamily="18" charset="0"/>
                <a:cs typeface="Arial" pitchFamily="34" charset="0"/>
              </a:rPr>
              <a:t>- Offers On-Demand Guidance: The AI Career Assistant chat bot answers questions and guides users through the platform at any time.</a:t>
            </a:r>
            <a:endParaRPr lang="en-US" dirty="0">
              <a:latin typeface="Dutch801 XBd BT" pitchFamily="18" charset="0"/>
              <a:cs typeface="Arial" pitchFamily="34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0" y="57097"/>
            <a:ext cx="233722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dirty="0"/>
              <a:t>FUTURE FIT AI NAVIGATOR</a:t>
            </a:r>
            <a:endParaRPr lang="en-IN" b="1" i="1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329771" y="1022198"/>
            <a:ext cx="6096000" cy="535531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Internship Website Flow (Step-by-Step)</a:t>
            </a:r>
          </a:p>
          <a:p>
            <a:r>
              <a:rPr lang="en-IN" b="1" dirty="0">
                <a:solidFill>
                  <a:srgbClr val="FF0000"/>
                </a:solidFill>
              </a:rPr>
              <a:t>1. Collect Student &amp; Internship Data</a:t>
            </a:r>
          </a:p>
          <a:p>
            <a:r>
              <a:rPr lang="en-IN" dirty="0"/>
              <a:t>Students: profiles (skills, education, preferences)</a:t>
            </a:r>
          </a:p>
          <a:p>
            <a:r>
              <a:rPr lang="en-IN" dirty="0"/>
              <a:t>Providers: internship details (requirements, duration, domain)</a:t>
            </a:r>
          </a:p>
          <a:p>
            <a:r>
              <a:rPr lang="en-IN" b="1" dirty="0">
                <a:solidFill>
                  <a:srgbClr val="FF0000"/>
                </a:solidFill>
              </a:rPr>
              <a:t>2. </a:t>
            </a:r>
            <a:r>
              <a:rPr lang="en-IN" b="1" dirty="0" err="1">
                <a:solidFill>
                  <a:srgbClr val="FF0000"/>
                </a:solidFill>
              </a:rPr>
              <a:t>Preprocess</a:t>
            </a:r>
            <a:r>
              <a:rPr lang="en-IN" b="1" dirty="0">
                <a:solidFill>
                  <a:srgbClr val="FF0000"/>
                </a:solidFill>
              </a:rPr>
              <a:t> &amp; Clean Data</a:t>
            </a:r>
          </a:p>
          <a:p>
            <a:r>
              <a:rPr lang="en-IN" dirty="0"/>
              <a:t>Remove errors, duplicates, missing values</a:t>
            </a:r>
          </a:p>
          <a:p>
            <a:r>
              <a:rPr lang="en-IN" dirty="0"/>
              <a:t>Standardize &amp; structure data for accuracy</a:t>
            </a:r>
          </a:p>
          <a:p>
            <a:r>
              <a:rPr lang="en-IN" b="1" dirty="0">
                <a:solidFill>
                  <a:srgbClr val="FF0000"/>
                </a:solidFill>
              </a:rPr>
              <a:t>3. Database &amp; AI Features</a:t>
            </a:r>
          </a:p>
          <a:p>
            <a:r>
              <a:rPr lang="en-IN" dirty="0"/>
              <a:t>Store cleaned data in database</a:t>
            </a:r>
          </a:p>
          <a:p>
            <a:r>
              <a:rPr lang="en-IN" dirty="0"/>
              <a:t>Generate AI features: skill extraction, similarity scores, ranking</a:t>
            </a:r>
          </a:p>
          <a:p>
            <a:r>
              <a:rPr lang="en-IN" b="1" dirty="0">
                <a:solidFill>
                  <a:srgbClr val="FF0000"/>
                </a:solidFill>
              </a:rPr>
              <a:t>4. Train AI Model (Recommendation System)</a:t>
            </a:r>
          </a:p>
          <a:p>
            <a:r>
              <a:rPr lang="en-IN" dirty="0"/>
              <a:t>Train model on student–internship patterns</a:t>
            </a:r>
          </a:p>
          <a:p>
            <a:r>
              <a:rPr lang="en-IN" dirty="0"/>
              <a:t>Recommend best-fit internships</a:t>
            </a:r>
          </a:p>
          <a:p>
            <a:r>
              <a:rPr lang="en-IN" b="1" dirty="0">
                <a:solidFill>
                  <a:srgbClr val="FF0000"/>
                </a:solidFill>
              </a:rPr>
              <a:t>5. Student Domain</a:t>
            </a:r>
          </a:p>
          <a:p>
            <a:r>
              <a:rPr lang="en-IN" dirty="0"/>
              <a:t>Students log in for personalized recommendations</a:t>
            </a:r>
          </a:p>
          <a:p>
            <a:r>
              <a:rPr lang="en-IN" dirty="0"/>
              <a:t>Matches shown based on skills &amp; preferences</a:t>
            </a:r>
          </a:p>
          <a:p>
            <a:r>
              <a:rPr lang="en-IN" b="1" dirty="0">
                <a:solidFill>
                  <a:srgbClr val="FF0000"/>
                </a:solidFill>
              </a:rPr>
              <a:t>6. Admin Domain</a:t>
            </a:r>
          </a:p>
          <a:p>
            <a:r>
              <a:rPr lang="en-IN" dirty="0"/>
              <a:t>Manage data &amp; internships</a:t>
            </a:r>
          </a:p>
          <a:p>
            <a:r>
              <a:rPr lang="en-IN" dirty="0"/>
              <a:t>Update details, view analytics, monitor performance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9760" y="1179965"/>
            <a:ext cx="4995711" cy="51262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1" y="724042"/>
            <a:ext cx="7396479" cy="594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sz="2000" b="1" dirty="0">
                <a:solidFill>
                  <a:srgbClr val="FF0000"/>
                </a:solidFill>
                <a:latin typeface="Arial Black" pitchFamily="34" charset="0"/>
                <a:cs typeface="Arial" pitchFamily="34" charset="0"/>
              </a:rPr>
              <a:t>Feasibility:</a:t>
            </a: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sz="2000" dirty="0" smtClean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Scalable </a:t>
            </a:r>
            <a:r>
              <a:rPr lang="en-US" sz="2000" dirty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using cloud services</a:t>
            </a: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sz="2000" dirty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 </a:t>
            </a:r>
            <a:r>
              <a:rPr lang="en-US" sz="2000" dirty="0" smtClean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Data </a:t>
            </a:r>
            <a:r>
              <a:rPr lang="en-US" sz="2000" dirty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from portals, records, </a:t>
            </a:r>
            <a:r>
              <a:rPr lang="en-US" sz="2000" dirty="0" smtClean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government schemes</a:t>
            </a: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sz="2000" dirty="0" smtClean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 Recommendation </a:t>
            </a:r>
            <a:r>
              <a:rPr lang="en-US" sz="2000" dirty="0" smtClean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Systems</a:t>
            </a: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sz="2000" dirty="0" smtClean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(</a:t>
            </a:r>
            <a:r>
              <a:rPr lang="en-US" sz="2000" dirty="0" smtClean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Match students internships)</a:t>
            </a: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endParaRPr lang="en-US" sz="2000" dirty="0">
              <a:solidFill>
                <a:prstClr val="black"/>
              </a:solidFill>
              <a:latin typeface="Dutch801 XBd BT" pitchFamily="18" charset="0"/>
              <a:cs typeface="Arial" pitchFamily="34" charset="0"/>
            </a:endParaRP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sz="2000" b="1" dirty="0">
                <a:solidFill>
                  <a:srgbClr val="FF0000"/>
                </a:solidFill>
                <a:latin typeface="Arial Black" pitchFamily="34" charset="0"/>
                <a:cs typeface="Arial" pitchFamily="34" charset="0"/>
              </a:rPr>
              <a:t>Challenges:</a:t>
            </a: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sz="2000" dirty="0" smtClean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Data </a:t>
            </a:r>
            <a:r>
              <a:rPr lang="en-US" sz="2000" dirty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quality &amp; availability</a:t>
            </a: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sz="2000" dirty="0" smtClean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Digital </a:t>
            </a:r>
            <a:r>
              <a:rPr lang="en-US" sz="2000" dirty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literacy in rural </a:t>
            </a:r>
            <a:r>
              <a:rPr lang="en-US" sz="2000" dirty="0" smtClean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areas</a:t>
            </a:r>
            <a:endParaRPr lang="en-US" sz="2000" dirty="0">
              <a:solidFill>
                <a:prstClr val="black"/>
              </a:solidFill>
              <a:latin typeface="Dutch801 XBd BT" pitchFamily="18" charset="0"/>
              <a:cs typeface="Arial" pitchFamily="34" charset="0"/>
            </a:endParaRP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endParaRPr lang="en-US" sz="2000" dirty="0">
              <a:solidFill>
                <a:prstClr val="black"/>
              </a:solidFill>
              <a:latin typeface="Dutch801 XBd BT" pitchFamily="18" charset="0"/>
              <a:cs typeface="Arial" pitchFamily="34" charset="0"/>
            </a:endParaRP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sz="2000" b="1" dirty="0">
                <a:solidFill>
                  <a:srgbClr val="FF0000"/>
                </a:solidFill>
                <a:latin typeface="Arial Black" pitchFamily="34" charset="0"/>
                <a:cs typeface="Arial" pitchFamily="34" charset="0"/>
              </a:rPr>
              <a:t>Strategies:</a:t>
            </a: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sz="2000" dirty="0" err="1" smtClean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Govt</a:t>
            </a:r>
            <a:r>
              <a:rPr lang="en-US" sz="2000" dirty="0" smtClean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partnership for dataset</a:t>
            </a: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sz="2000" dirty="0" smtClean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Multilingual </a:t>
            </a:r>
            <a:r>
              <a:rPr lang="en-US" sz="2000" dirty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simple UI</a:t>
            </a: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sz="2000" dirty="0" smtClean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Bias </a:t>
            </a:r>
            <a:r>
              <a:rPr lang="en-US" sz="2000" dirty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detection algorithms</a:t>
            </a: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endParaRPr lang="en-US" sz="20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sz="2000" b="1" dirty="0">
                <a:solidFill>
                  <a:srgbClr val="FF0000"/>
                </a:solidFill>
                <a:latin typeface="Dutch801 XBd BT" pitchFamily="18" charset="0"/>
                <a:cs typeface="Arial" pitchFamily="34" charset="0"/>
              </a:rPr>
              <a:t>Key Points:</a:t>
            </a: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sz="2000" dirty="0" smtClean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Realistic </a:t>
            </a:r>
            <a:r>
              <a:rPr lang="en-US" sz="2000" dirty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scaling plan with cloud</a:t>
            </a: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sz="2000" dirty="0" smtClean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Proactive </a:t>
            </a:r>
            <a:r>
              <a:rPr lang="en-US" sz="2000" dirty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handling of data and bias issues</a:t>
            </a: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sz="2000" dirty="0" smtClean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Inclusive </a:t>
            </a:r>
            <a:r>
              <a:rPr lang="en-US" sz="2000" dirty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UI for target users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utch801 XBd BT" pitchFamily="18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126573" y="49586"/>
            <a:ext cx="2210227" cy="72136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dirty="0"/>
              <a:t>FUTURE FIT AI NAVIGATOR</a:t>
            </a:r>
            <a:endParaRPr lang="en-IN" b="1" i="1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792" y="1788160"/>
            <a:ext cx="5614848" cy="416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41201" y="1134721"/>
            <a:ext cx="10067899" cy="5324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sz="2000" b="1" dirty="0">
                <a:solidFill>
                  <a:srgbClr val="FF0000"/>
                </a:solidFill>
                <a:latin typeface="Arial Black" pitchFamily="34" charset="0"/>
                <a:cs typeface="Arial" pitchFamily="34" charset="0"/>
              </a:rPr>
              <a:t>Target Audience</a:t>
            </a:r>
            <a:r>
              <a:rPr lang="en-US" sz="2000" b="1" dirty="0">
                <a:solidFill>
                  <a:prstClr val="black"/>
                </a:solidFill>
                <a:latin typeface="Arial Black" pitchFamily="34" charset="0"/>
                <a:cs typeface="Arial" pitchFamily="34" charset="0"/>
              </a:rPr>
              <a:t>: </a:t>
            </a:r>
            <a:endParaRPr lang="en-US" sz="2000" b="1" dirty="0" smtClean="0">
              <a:solidFill>
                <a:prstClr val="black"/>
              </a:solidFill>
              <a:latin typeface="Arial Black" pitchFamily="34" charset="0"/>
              <a:cs typeface="Arial" pitchFamily="34" charset="0"/>
            </a:endParaRP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sz="2000" dirty="0" smtClean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Students </a:t>
            </a:r>
            <a:r>
              <a:rPr lang="en-US" sz="2000" dirty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from rural, tribal, remote areas &amp; </a:t>
            </a:r>
            <a:endParaRPr lang="en-US" sz="2000" dirty="0" smtClean="0">
              <a:solidFill>
                <a:prstClr val="black"/>
              </a:solidFill>
              <a:latin typeface="Dutch801 XBd BT" pitchFamily="18" charset="0"/>
              <a:cs typeface="Arial" pitchFamily="34" charset="0"/>
            </a:endParaRP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sz="2000" dirty="0" smtClean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first-gen </a:t>
            </a:r>
            <a:r>
              <a:rPr lang="en-US" sz="2000" dirty="0" smtClean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learners</a:t>
            </a:r>
            <a:endParaRPr lang="en-US" sz="2000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sz="2000" b="1" dirty="0">
                <a:solidFill>
                  <a:srgbClr val="FF0000"/>
                </a:solidFill>
                <a:latin typeface="Dutch801 XBd BT" pitchFamily="18" charset="0"/>
                <a:cs typeface="Arial" pitchFamily="34" charset="0"/>
              </a:rPr>
              <a:t>Impact:</a:t>
            </a: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sz="2000" dirty="0" smtClean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Equal </a:t>
            </a:r>
            <a:r>
              <a:rPr lang="en-US" sz="2000" dirty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internship opportunities</a:t>
            </a: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sz="2000" dirty="0" smtClean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Bridges </a:t>
            </a:r>
            <a:r>
              <a:rPr lang="en-US" sz="2000" dirty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skill-opportunity gap</a:t>
            </a: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sz="2000" dirty="0" smtClean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Improves employability</a:t>
            </a: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endParaRPr lang="en-US" sz="2000" dirty="0">
              <a:solidFill>
                <a:prstClr val="black"/>
              </a:solidFill>
              <a:latin typeface="Dutch801 XBd BT" pitchFamily="18" charset="0"/>
              <a:cs typeface="Arial" pitchFamily="34" charset="0"/>
            </a:endParaRP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sz="2000" b="1" dirty="0">
                <a:solidFill>
                  <a:srgbClr val="FF0000"/>
                </a:solidFill>
                <a:latin typeface="Arial Black" pitchFamily="34" charset="0"/>
                <a:cs typeface="Arial" pitchFamily="34" charset="0"/>
              </a:rPr>
              <a:t>Benefits:</a:t>
            </a: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sz="2000" dirty="0" smtClean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Social</a:t>
            </a:r>
            <a:r>
              <a:rPr lang="en-US" sz="2000" dirty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: Uplifts underprivileged youth</a:t>
            </a: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sz="2000" dirty="0" smtClean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Economic</a:t>
            </a:r>
            <a:r>
              <a:rPr lang="en-US" sz="2000" dirty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: Workforce readiness</a:t>
            </a: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sz="2000" dirty="0" smtClean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Educational</a:t>
            </a:r>
            <a:r>
              <a:rPr lang="en-US" sz="2000" dirty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: Encourages practical learning</a:t>
            </a: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endParaRPr lang="en-US" sz="2000" dirty="0">
              <a:solidFill>
                <a:prstClr val="black"/>
              </a:solidFill>
              <a:latin typeface="Dutch801 XBd BT" pitchFamily="18" charset="0"/>
              <a:cs typeface="Arial" pitchFamily="34" charset="0"/>
            </a:endParaRP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sz="2000" b="1" dirty="0">
                <a:solidFill>
                  <a:srgbClr val="FF0000"/>
                </a:solidFill>
                <a:latin typeface="Arial Black" pitchFamily="34" charset="0"/>
                <a:cs typeface="Arial" pitchFamily="34" charset="0"/>
              </a:rPr>
              <a:t>Key Points:</a:t>
            </a: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sz="2000" dirty="0" smtClean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Focused </a:t>
            </a:r>
            <a:r>
              <a:rPr lang="en-US" sz="2000" dirty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on social and economic upliftment</a:t>
            </a: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sz="2000" dirty="0" smtClean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Enhances </a:t>
            </a:r>
            <a:r>
              <a:rPr lang="en-US" sz="2000" dirty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employability through practical access</a:t>
            </a: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sz="2000" dirty="0" smtClean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Supports </a:t>
            </a:r>
            <a:r>
              <a:rPr lang="en-US" sz="2000" dirty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marginalized student groups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18012" y="92892"/>
            <a:ext cx="2403267" cy="100248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dirty="0"/>
              <a:t>FUTURE FIT AI NAVIGATOR</a:t>
            </a:r>
            <a:endParaRPr lang="en-IN" b="1" i="1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32" y="1859279"/>
            <a:ext cx="5876253" cy="3349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1441441"/>
            <a:ext cx="93853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sz="2000" dirty="0">
                <a:solidFill>
                  <a:srgbClr val="FF0000"/>
                </a:solidFill>
                <a:latin typeface="Arial Black" pitchFamily="34" charset="0"/>
                <a:cs typeface="Arial" pitchFamily="34" charset="0"/>
              </a:rPr>
              <a:t>Research Sources:</a:t>
            </a: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sz="2000" dirty="0" smtClean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 </a:t>
            </a:r>
            <a:r>
              <a:rPr lang="en-US" sz="2000" dirty="0" smtClean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LinkedIn Jobs</a:t>
            </a:r>
            <a:r>
              <a:rPr lang="en-US" sz="2000" dirty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, Naukri, </a:t>
            </a:r>
            <a:r>
              <a:rPr lang="en-US" sz="2000" dirty="0" err="1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Internshala</a:t>
            </a:r>
            <a:r>
              <a:rPr lang="en-US" sz="2000" dirty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 </a:t>
            </a:r>
            <a:endParaRPr lang="en-US" sz="2000" dirty="0" smtClean="0">
              <a:solidFill>
                <a:prstClr val="black"/>
              </a:solidFill>
              <a:latin typeface="Dutch801 XBd BT" pitchFamily="18" charset="0"/>
              <a:cs typeface="Arial" pitchFamily="34" charset="0"/>
            </a:endParaRP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sz="2000" dirty="0" smtClean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recommendation </a:t>
            </a:r>
            <a:r>
              <a:rPr lang="en-US" sz="2000" dirty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systems</a:t>
            </a: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sz="2000" dirty="0" smtClean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AI/ML </a:t>
            </a:r>
            <a:r>
              <a:rPr lang="en-US" sz="2000" dirty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recommendation research papers</a:t>
            </a: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sz="2000" dirty="0" err="1" smtClean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Govt</a:t>
            </a:r>
            <a:r>
              <a:rPr lang="en-US" sz="2000" dirty="0" smtClean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reports on PM Internship Scheme </a:t>
            </a:r>
            <a:endParaRPr lang="en-US" sz="2000" dirty="0" smtClean="0">
              <a:solidFill>
                <a:prstClr val="black"/>
              </a:solidFill>
              <a:latin typeface="Dutch801 XBd BT" pitchFamily="18" charset="0"/>
              <a:cs typeface="Arial" pitchFamily="34" charset="0"/>
            </a:endParaRP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sz="2000" dirty="0" smtClean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&amp; </a:t>
            </a:r>
            <a:r>
              <a:rPr lang="en-US" sz="2000" dirty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rural education</a:t>
            </a: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endParaRPr lang="en-US" sz="20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sz="2000" dirty="0">
                <a:solidFill>
                  <a:srgbClr val="FF0000"/>
                </a:solidFill>
                <a:latin typeface="Arial Black" pitchFamily="34" charset="0"/>
                <a:cs typeface="Arial" pitchFamily="34" charset="0"/>
              </a:rPr>
              <a:t>References:</a:t>
            </a: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sz="2000" dirty="0" smtClean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Ministry </a:t>
            </a:r>
            <a:r>
              <a:rPr lang="en-US" sz="2000" dirty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of Corporate Affairs </a:t>
            </a:r>
            <a:r>
              <a:rPr lang="en-US" sz="2000" dirty="0" smtClean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website</a:t>
            </a:r>
          </a:p>
          <a:p>
            <a:pPr lvl="0" algn="just">
              <a:defRPr/>
            </a:pPr>
            <a:r>
              <a:rPr lang="en-US" sz="2000" dirty="0" smtClean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     https</a:t>
            </a:r>
            <a:r>
              <a:rPr lang="en-US" sz="2000" dirty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://www.mca.gov.in/content/mca/global/en/home.html</a:t>
            </a:r>
            <a:endParaRPr lang="en-US" sz="2000" dirty="0">
              <a:solidFill>
                <a:prstClr val="black"/>
              </a:solidFill>
              <a:latin typeface="Dutch801 XBd BT" pitchFamily="18" charset="0"/>
              <a:cs typeface="Arial" pitchFamily="34" charset="0"/>
            </a:endParaRPr>
          </a:p>
          <a:p>
            <a:pPr marL="342900" lvl="0" indent="-342900" algn="just">
              <a:buFont typeface="Wingdings" pitchFamily="2" charset="2"/>
              <a:buChar char="Ø"/>
              <a:defRPr/>
            </a:pPr>
            <a:r>
              <a:rPr lang="en-US" sz="2000" dirty="0" smtClean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NITI </a:t>
            </a:r>
            <a:r>
              <a:rPr lang="en-US" sz="2000" dirty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Aayog, World Bank employability </a:t>
            </a:r>
            <a:r>
              <a:rPr lang="en-US" sz="2000" dirty="0" smtClean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reports</a:t>
            </a:r>
          </a:p>
          <a:p>
            <a:pPr lvl="0" algn="just">
              <a:defRPr/>
            </a:pPr>
            <a:r>
              <a:rPr lang="en-US" sz="2000" dirty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 </a:t>
            </a:r>
            <a:r>
              <a:rPr lang="en-US" sz="2000" dirty="0" smtClean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     https</a:t>
            </a:r>
            <a:r>
              <a:rPr lang="en-US" sz="2000" dirty="0">
                <a:solidFill>
                  <a:prstClr val="black"/>
                </a:solidFill>
                <a:latin typeface="Dutch801 XBd BT" pitchFamily="18" charset="0"/>
                <a:cs typeface="Arial" pitchFamily="34" charset="0"/>
              </a:rPr>
              <a:t>://www.niti.gov.in/</a:t>
            </a:r>
            <a:endParaRPr lang="en-US" sz="2000" dirty="0" smtClean="0">
              <a:solidFill>
                <a:prstClr val="black"/>
              </a:solidFill>
              <a:latin typeface="Dutch801 XBd BT" pitchFamily="18" charset="0"/>
              <a:cs typeface="Arial" pitchFamily="34" charset="0"/>
            </a:endParaRPr>
          </a:p>
          <a:p>
            <a:pPr algn="just">
              <a:defRPr/>
            </a:pPr>
            <a:endParaRPr lang="en-US" sz="2000" dirty="0">
              <a:solidFill>
                <a:prstClr val="black"/>
              </a:solidFill>
              <a:latin typeface="Dutch801 XBd BT" pitchFamily="18" charset="0"/>
              <a:cs typeface="Arial" pitchFamily="34" charset="0"/>
            </a:endParaRPr>
          </a:p>
          <a:p>
            <a:pPr lvl="0" algn="just">
              <a:defRPr/>
            </a:pPr>
            <a:endParaRPr lang="en-US" sz="20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193040" y="166952"/>
            <a:ext cx="2143760" cy="92842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dirty="0"/>
              <a:t>FUTURE FIT AI NAVIGATOR</a:t>
            </a:r>
            <a:endParaRPr lang="en-IN" b="1" i="1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5403" y="1327285"/>
            <a:ext cx="4418138" cy="4629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9247</TotalTime>
  <Words>496</Words>
  <Application>Microsoft Office PowerPoint</Application>
  <PresentationFormat>Custom</PresentationFormat>
  <Paragraphs>114</Paragraphs>
  <Slides>6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INDIA HACKATHON 2025</vt:lpstr>
      <vt:lpstr> Future fit Navigator – An AI Powered  Internship Ecosystem</vt:lpstr>
      <vt:lpstr>TECHNICAL APPROACH</vt:lpstr>
      <vt:lpstr>FEASIBILITY AND VIABILITY</vt:lpstr>
      <vt:lpstr>IMPACT AND BENEFITS</vt:lpstr>
      <vt:lpstr>RESEARCH  AND REFERENCES</vt:lpstr>
    </vt:vector>
  </TitlesOfParts>
  <Company>Crowdfunder, Inc.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LENOVO</cp:lastModifiedBy>
  <cp:revision>165</cp:revision>
  <dcterms:created xsi:type="dcterms:W3CDTF">2013-12-12T18:46:50Z</dcterms:created>
  <dcterms:modified xsi:type="dcterms:W3CDTF">2025-09-21T11:10:48Z</dcterms:modified>
</cp:coreProperties>
</file>